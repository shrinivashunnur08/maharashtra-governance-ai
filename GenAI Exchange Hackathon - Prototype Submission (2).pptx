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85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2b7494c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2b7494ca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b7494ca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2b7494ca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b7494ca5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2b7494ca5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b7494ca5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b7494ca5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b7494ca5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b7494ca5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b7494ca5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b7494ca5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b7494ca5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2b7494ca5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b7494ca5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b7494ca5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b7494ca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2b7494ca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190bc4ce7_0_1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2c190bc4ce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hackathon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294675" y="30864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Name : Team AI Innovators</a:t>
            </a: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28730" y="40363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70000"/>
              </a:lnSpc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Problem Statement : </a:t>
            </a:r>
            <a:r>
              <a:rPr lang="en-US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AI-Powered Governance Platform (Maharashtra State Government) </a:t>
            </a: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#10</a:t>
            </a: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10163" y="35612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Leader Name : Shrinivas Hunnur</a:t>
            </a: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/>
        </p:nvSpPr>
        <p:spPr>
          <a:xfrm>
            <a:off x="311699" y="1092820"/>
            <a:ext cx="7159617" cy="38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Challenges: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Vast multi-sectoral datasets (health, infrastructure, safety)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- Siloed and underutilized for decision-making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- Reactive processes → Delayed service delivery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- Lack of predictability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- Inefficient resource allocation</a:t>
            </a: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311700" y="560439"/>
            <a:ext cx="8520600" cy="4454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Technical Architecture: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4B2A71-8F5F-F919-774E-A7E1A93FA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134" y="1084006"/>
            <a:ext cx="4953615" cy="39096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/>
        </p:nvSpPr>
        <p:spPr>
          <a:xfrm>
            <a:off x="311700" y="884950"/>
            <a:ext cx="7486500" cy="3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</a:pPr>
            <a:r>
              <a:rPr lang="en-IN" sz="18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Core Features:</a:t>
            </a:r>
            <a:endParaRPr sz="18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Predictive AI Models :     a) 7-day demand forecasting   b) Bottleneck identification          c) Risk anticipation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Dynamic Prioritization :  a) Automatic priority scoring   b) Smart routing   c)Real-time triage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Privacy &amp; Security :          a)AES-256 encryption   b) Data anonymization   c) Complete audit trail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Decision Dashboards :   a) Real-time analytics   b) Visual insights   c) Actionable recommendations</a:t>
            </a:r>
          </a:p>
          <a:p>
            <a:pPr marL="342900" lvl="0" indent="-3429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600" dirty="0" err="1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GaaS</a:t>
            </a: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 Transparency :     a) Public data access    b) Trust metrics   c) Measurable impact</a:t>
            </a:r>
            <a:endParaRPr sz="16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/>
        </p:nvSpPr>
        <p:spPr>
          <a:xfrm>
            <a:off x="302342" y="1039761"/>
            <a:ext cx="8529957" cy="384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 Stack Compliance :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✅ Google Gemini AI - NLP &amp; Predictions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✅ Vertex AI - ML Model Deployment 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✅ </a:t>
            </a:r>
            <a:r>
              <a:rPr lang="en-GB" sz="1600" dirty="0" err="1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BigQuery</a:t>
            </a: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 - Data Warehousing</a:t>
            </a: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✅ Cloud IAM/VPC - Security &amp; Compliance100% Compliance with Problem Statement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Our Solution: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AI-Driven Governance Platform: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Transforms raw data into predictive intelligence.</a:t>
            </a:r>
          </a:p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Key Innovation: </a:t>
            </a:r>
          </a:p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Proactive governance through AI predictions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311700" y="7464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Key Metrics: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Performance: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Query Response: &lt;500ms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AI Accuracy: 94%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Data Records: 120+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Resolution Improvement: 60%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Security: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Encryption: AES-256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Privacy: 100% anonymized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FontTx/>
              <a:buChar char="-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Compliance: ISO 27001, GDPR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 txBox="1"/>
          <p:nvPr/>
        </p:nvSpPr>
        <p:spPr>
          <a:xfrm>
            <a:off x="311699" y="604684"/>
            <a:ext cx="9144003" cy="4660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Impact &amp; Benefits 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For Citizens: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Faster resolution (60% improvement)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Transparent tracking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Data privacy guaranteed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For Government: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Predictive insights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Optimized resources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Data-driven decisions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For Society: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Proactive governance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Trust through transparency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IN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✓ Measurable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/>
        </p:nvSpPr>
        <p:spPr>
          <a:xfrm>
            <a:off x="311700" y="716275"/>
            <a:ext cx="8520600" cy="418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Future Roadmap 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Phase 2 (Next 6 months):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Mobile app for citizens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WhatsApp bot integration 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Multi-language support (Marathi, Hindi)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Integration with 50+ departments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Scale to 1M+ records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Phase 3: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Predictive maintenance for infrastructure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Real-time crisis management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Clr>
                <a:srgbClr val="616161"/>
              </a:buClr>
              <a:buSzPts val="1800"/>
              <a:buFontTx/>
              <a:buChar char="-"/>
            </a:pPr>
            <a:r>
              <a:rPr lang="en-US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Cross-state data sharing</a:t>
            </a:r>
            <a:endParaRPr sz="160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6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 title="hackathon 5 –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On-screen Show (16:9)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Google Sans SemiBold</vt:lpstr>
      <vt:lpstr>Google Sans</vt:lpstr>
      <vt:lpstr>Google Sans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SHRINIVAS HUNNUR</dc:creator>
  <cp:lastModifiedBy>Shrinivas Hunnur</cp:lastModifiedBy>
  <cp:revision>1</cp:revision>
  <dcterms:modified xsi:type="dcterms:W3CDTF">2025-11-03T13:23:18Z</dcterms:modified>
</cp:coreProperties>
</file>